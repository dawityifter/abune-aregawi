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image" Target="../media/image-13-2.png"/><Relationship Id="rId8" Type="http://schemas.openxmlformats.org/officeDocument/2006/relationships/image" Target="../media/image-13-2.png"/><Relationship Id="rId9" Type="http://schemas.openxmlformats.org/officeDocument/2006/relationships/image" Target="../media/image-13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ss_gold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8458200" y="1051560"/>
            <a:ext cx="237744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143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YE'ORTODOKS TEWAHEDO HAYMANOT  ·  THE ORTHODOX TEWAHEDO FAITH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Children in the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Orthodox Tewahedo Faith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7033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8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parents — helping children know, love, and live for God through prayer, worship, Scripture, and the life of the Church.</a:t>
            </a:r>
            <a:endParaRPr lang="en-US" sz="1500" dirty="0"/>
          </a:p>
        </p:txBody>
      </p:sp>
      <p:pic>
        <p:nvPicPr>
          <p:cNvPr id="6" name="Image 1" descr="band_gold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731520" y="4800600"/>
            <a:ext cx="6949440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&amp; Eritrean Orthodox Tewahedo Church  ·  Family Catechesis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 of the Matter</a:t>
            </a:r>
            <a:endParaRPr lang="en-US" sz="3200" dirty="0"/>
          </a:p>
        </p:txBody>
      </p:sp>
      <p:pic>
        <p:nvPicPr>
          <p:cNvPr id="3" name="Image 0" descr="arch_gold.png">    </p:cNvPr>
          <p:cNvPicPr>
            <a:picLocks noChangeAspect="1"/>
          </p:cNvPicPr>
          <p:nvPr/>
        </p:nvPicPr>
        <p:blipFill>
          <a:blip r:embed="rId2">
            <a:alphaModFix amt="88000"/>
          </a:blip>
          <a:stretch>
            <a:fillRect/>
          </a:stretch>
        </p:blipFill>
        <p:spPr>
          <a:xfrm>
            <a:off x="8732520" y="1600200"/>
            <a:ext cx="2651760" cy="3712464"/>
          </a:xfrm>
          <a:prstGeom prst="rect">
            <a:avLst/>
          </a:prstGeom>
        </p:spPr>
      </p:pic>
      <p:pic>
        <p:nvPicPr>
          <p:cNvPr id="4" name="Image 1" descr="cross_dark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528048" y="2514600"/>
            <a:ext cx="1060704" cy="1307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" y="16002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 not only to teach children about the faith — but to help them grow into faithful Orthodox Christians.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594360" y="2971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children in the Orthodox Tewahedo faith is centered on helping them know, love, and live for God. The home, the parish, and the grace of God work together — and faith is passed on far more by what children witness every day than by what they are told.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94360" y="4297680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0664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Prayer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40664" y="482803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together, aloud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532888" y="4297680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679192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Worship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679192" y="482803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Divine Liturgy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71416" y="4297680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177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Scripture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482803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discussed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9944" y="4297680"/>
            <a:ext cx="1755648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56248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Church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56248" y="482803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Sacraments &amp; community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Pillars of Raising a Child in the Faith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6070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explored in the slides that follow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148840"/>
            <a:ext cx="548640" cy="548640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4944" y="2825496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Christ-Centered Home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07208" y="1965960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53512" y="2148840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53512" y="2825496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in Church Life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65776" y="1965960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2148840"/>
            <a:ext cx="548640" cy="548640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2825496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Orthodox Faith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24344" y="1965960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70648" y="2148840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70648" y="2825496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Daily Prayer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582912" y="1965960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29216" y="2148840"/>
            <a:ext cx="548640" cy="548640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729216" y="2825496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Bible Together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4270248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" y="4946904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by Example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807208" y="4087368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53512" y="4270248"/>
            <a:ext cx="548640" cy="548640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53512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953512" y="4946904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Fasting Gradually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065776" y="4087368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12080" y="4270248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12080" y="4946904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Service &amp; Charity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324344" y="4087368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70648" y="4270248"/>
            <a:ext cx="548640" cy="548640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0648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70648" y="4946904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Respect for Family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9582912" y="4087368"/>
            <a:ext cx="2057400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729216" y="4270248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29216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729216" y="4946904"/>
            <a:ext cx="1764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 the Orthodox Heritage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66928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Christ-Centered Home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69037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828800"/>
            <a:ext cx="6263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5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and end each day with family prayer.</a:t>
            </a:r>
            <a:endParaRPr lang="en-US" sz="15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5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icons, a cross, and a Bible in the home.</a:t>
            </a:r>
            <a:endParaRPr lang="en-US" sz="15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5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Orthodox feasts and fasts together.</a:t>
            </a:r>
            <a:endParaRPr lang="en-US" sz="15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5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children see parents praying, reading Scripture, and living the faith.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3776472" cy="2788920"/>
          </a:xfrm>
          <a:prstGeom prst="roundRect">
            <a:avLst>
              <a:gd name="adj" fmla="val 2951"/>
            </a:avLst>
          </a:prstGeom>
          <a:solidFill>
            <a:srgbClr val="4A141B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pic>
        <p:nvPicPr>
          <p:cNvPr id="8" name="Image 0" descr="cross_pale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915400" y="1828800"/>
            <a:ext cx="868680" cy="10698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30175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is the</a:t>
            </a:r>
            <a:endParaRPr lang="en-US" sz="2200" dirty="0"/>
          </a:p>
          <a:p>
            <a:pPr algn="ctr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church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38160" y="39136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formed at home become the faith carried for life.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4709160"/>
            <a:ext cx="11000232" cy="1234440"/>
          </a:xfrm>
          <a:prstGeom prst="roundRect">
            <a:avLst>
              <a:gd name="adj" fmla="val 5926"/>
            </a:avLst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2" name="Image 1" descr="cros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997196"/>
            <a:ext cx="534924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818888"/>
            <a:ext cx="98572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“Train up a child in the way he should go, and when he is old he will not depart from it.”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Proverbs 22:6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66928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Regularly in Church Life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404104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020824"/>
            <a:ext cx="658368" cy="658368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7" name="Image 0" descr="cross_p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48840"/>
            <a:ext cx="329184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Liturgy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44144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every Sunday and on the major feast days of the Church.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81928" y="1691640"/>
            <a:ext cx="5404104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4536" y="2020824"/>
            <a:ext cx="658368" cy="658368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2" name="Image 1" descr="cross_p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48840"/>
            <a:ext cx="329184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24928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Holy Mysteries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24928" y="244144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children to receive the Sacraments — especially Holy Communion, after proper preparation.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94360" y="3904488"/>
            <a:ext cx="5404104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86968" y="4233672"/>
            <a:ext cx="658368" cy="658368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7" name="Image 2" descr="cross_p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361688"/>
            <a:ext cx="329184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206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Sunday School &amp; Youth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37360" y="4654296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participation in Sunday school, youth groups, and parish events.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81928" y="3904488"/>
            <a:ext cx="5404104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4536" y="4233672"/>
            <a:ext cx="658368" cy="658368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2" name="Image 3" descr="cross_p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4361688"/>
            <a:ext cx="329184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24928" y="4206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Reverence in Church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24928" y="4654296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children how to stand, pray, and behave respectfully in the house of God.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Orthodox Faith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child should come to know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21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8" name="Image 0" descr="cross_p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276856"/>
            <a:ext cx="237744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523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Holy Trinity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Father, Son, and Holy Spirit — one God.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9976" y="196596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4296" y="2221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13" name="Image 1" descr="cross_p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276856"/>
            <a:ext cx="237744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27523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Christ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54296" y="3154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birth, ministry, death, and resurrection.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65592" y="196596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9912" y="222199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18" name="Image 2" descr="cross_p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276856"/>
            <a:ext cx="237744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9912" y="27523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Holy Scripture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439912" y="3154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from both the Old and New Testaments.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94360" y="406908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43251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23" name="Image 3" descr="cross_p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379976"/>
            <a:ext cx="237744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485546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Saints &amp; Martyrs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68680" y="52578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lives of those who loved Christ above all.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79976" y="406908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54296" y="43251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28" name="Image 4" descr="cross_pa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379976"/>
            <a:ext cx="237744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54296" y="485546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Sacraments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4654296" y="52578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and grace of each Mystery.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65592" y="406908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39912" y="432511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33" name="Image 5" descr="cross_pa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08" y="4379976"/>
            <a:ext cx="237744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39912" y="485546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Mary &amp; the Angels</a:t>
            </a:r>
            <a:endParaRPr lang="en-US" sz="1650" dirty="0"/>
          </a:p>
        </p:txBody>
      </p:sp>
      <p:sp>
        <p:nvSpPr>
          <p:cNvPr id="35" name="Text 27"/>
          <p:cNvSpPr/>
          <p:nvPr/>
        </p:nvSpPr>
        <p:spPr>
          <a:xfrm>
            <a:off x="8439912" y="52578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honor due the Theotokos and the heavenly hosts.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Daily Prayer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simply, then grow into the prayers of the Church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594360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gradual path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274320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simple prayers first, in the child's own words.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Lord's Prayer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and evening prayers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prayers before meals and at bedtime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introduce the traditional prayers of the Church.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0" y="2011680"/>
            <a:ext cx="4736592" cy="3840480"/>
          </a:xfrm>
          <a:prstGeom prst="roundRect">
            <a:avLst>
              <a:gd name="adj" fmla="val 2143"/>
            </a:avLst>
          </a:prstGeom>
          <a:solidFill>
            <a:srgbClr val="1C4A32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pic>
        <p:nvPicPr>
          <p:cNvPr id="10" name="Image 0" descr="cross_pale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8823960" y="2286000"/>
            <a:ext cx="795528" cy="9784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0" y="338328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Trisagion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132320" y="3840480"/>
            <a:ext cx="4187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“Holy God, Holy Mighty,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Holy Immortal…”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69480" y="4983480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daily, these words become a child's own voice before God.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Bible Together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age-appropriate passages — then talk about them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4688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0744" y="23774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502152" y="21031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58184" y="24688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88536" y="23774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Noah's Ark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9944" y="21031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65976" y="24688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96328" y="23774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Abraham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317736" y="21031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73768" y="24688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04120" y="23774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94360" y="34747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0392" y="38404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80744" y="37490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and Goliath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502152" y="34747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58184" y="38404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8184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88536" y="37490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Nativity of Christ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09944" y="34747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65976" y="38404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5976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96328" y="37490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Miracles of Jesus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9317736" y="3474720"/>
            <a:ext cx="2688336" cy="1133856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73768" y="3840480"/>
            <a:ext cx="402336" cy="402336"/>
          </a:xfrm>
          <a:prstGeom prst="ellipse">
            <a:avLst/>
          </a:prstGeom>
          <a:solidFill>
            <a:srgbClr val="C9A227"/>
          </a:solidFill>
          <a:ln w="15240">
            <a:solidFill>
              <a:srgbClr val="4A14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73768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04120" y="374904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Crucifixion and Resurrection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94360" y="51206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 story shows about God, and what it asks of us — discussion turns a story into faith.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by Example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learn most from what they see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5108" y="2286000"/>
            <a:ext cx="1737360" cy="1737360"/>
          </a:xfrm>
          <a:prstGeom prst="ellipse">
            <a:avLst/>
          </a:prstGeom>
          <a:solidFill>
            <a:srgbClr val="1C4A32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5108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195932" y="2286000"/>
            <a:ext cx="1737360" cy="1737360"/>
          </a:xfrm>
          <a:prstGeom prst="ellipse">
            <a:avLst/>
          </a:prstGeom>
          <a:solidFill>
            <a:srgbClr val="4A141B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5932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Humility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16756" y="2286000"/>
            <a:ext cx="1737360" cy="1737360"/>
          </a:xfrm>
          <a:prstGeom prst="ellipse">
            <a:avLst/>
          </a:prstGeom>
          <a:solidFill>
            <a:srgbClr val="1C4A32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16756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Forgiveness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37580" y="2286000"/>
            <a:ext cx="1737360" cy="1737360"/>
          </a:xfrm>
          <a:prstGeom prst="ellipse">
            <a:avLst/>
          </a:prstGeom>
          <a:solidFill>
            <a:srgbClr val="4A141B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7580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58404" y="2286000"/>
            <a:ext cx="1737360" cy="1737360"/>
          </a:xfrm>
          <a:prstGeom prst="ellipse">
            <a:avLst/>
          </a:prstGeom>
          <a:solidFill>
            <a:srgbClr val="1C4A32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58404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279228" y="2286000"/>
            <a:ext cx="1737360" cy="1737360"/>
          </a:xfrm>
          <a:prstGeom prst="ellipse">
            <a:avLst/>
          </a:prstGeom>
          <a:solidFill>
            <a:srgbClr val="4A141B"/>
          </a:solidFill>
          <a:ln w="317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79228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61772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480060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the living lesson. A child who sees forgiveness offered at home learns mercy long before it is ever explained — and what is practiced daily is what is remembered for life.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66928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Fasting Gradually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49240" cy="3840480"/>
          </a:xfrm>
          <a:prstGeom prst="roundRect">
            <a:avLst>
              <a:gd name="adj" fmla="val 2143"/>
            </a:avLst>
          </a:prstGeom>
          <a:solidFill>
            <a:srgbClr val="4A141B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pic>
        <p:nvPicPr>
          <p:cNvPr id="6" name="Image 0" descr="cross_pale.png">    </p:cNvPr>
          <p:cNvPicPr>
            <a:picLocks noChangeAspect="1"/>
          </p:cNvPicPr>
          <p:nvPr/>
        </p:nvPicPr>
        <p:blipFill>
          <a:blip r:embed="rId2">
            <a:alphaModFix amt="88000"/>
          </a:blip>
          <a:stretch>
            <a:fillRect/>
          </a:stretch>
        </p:blipFill>
        <p:spPr>
          <a:xfrm>
            <a:off x="2606040" y="2194560"/>
            <a:ext cx="896112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2900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Fasting is an act of love and obedience to God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45262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presented as punishment — but as a gift the Church gives us to draw nearer to Christ.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523951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48840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296912" y="2011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first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96912" y="23591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children understand why the Church fasts before asking them to fast.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3154680"/>
            <a:ext cx="523951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3474720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296912" y="33375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slowly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96912" y="36850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children grow older, bring them gradually into the fasting traditions.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55080" y="4480560"/>
            <a:ext cx="523951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4800600"/>
            <a:ext cx="548640" cy="548640"/>
          </a:xfrm>
          <a:prstGeom prst="ellipse">
            <a:avLst/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296912" y="4663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by the priest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296912" y="50109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guidance of your priest or spiritual father for each child.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Service and Charity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becomes real when it is given 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7863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18541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8" name="Image 0" descr="cross_p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244852"/>
            <a:ext cx="237744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0472" y="20482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those in need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297680" y="204825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children take part in giving, not only in watching it happen.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971800"/>
            <a:ext cx="7863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" y="319125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13" name="Image 1" descr="cross_p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250692"/>
            <a:ext cx="237744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90472" y="3054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with others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297680" y="30540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 is learned in small, ordinary moments.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3977640"/>
            <a:ext cx="7863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" y="419709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18" name="Image 2" descr="cross_p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256532"/>
            <a:ext cx="237744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90472" y="405993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the sick and elderly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297680" y="405993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appropriate, bring children along to comfort and honor them.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94360" y="4983480"/>
            <a:ext cx="7863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0392" y="520293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23" name="Image 3" descr="cross_p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262372"/>
            <a:ext cx="237744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90472" y="50657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thanks to God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4297680" y="506577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gratitude for every blessing, large and small.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732520" y="1965960"/>
            <a:ext cx="2862072" cy="3977640"/>
          </a:xfrm>
          <a:prstGeom prst="roundRect">
            <a:avLst>
              <a:gd name="adj" fmla="val 2875"/>
            </a:avLst>
          </a:prstGeom>
          <a:solidFill>
            <a:srgbClr val="1C4A32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pic>
        <p:nvPicPr>
          <p:cNvPr id="27" name="Image 4" descr="cross_pale.png">    </p:cNvPr>
          <p:cNvPicPr>
            <a:picLocks noChangeAspect="1"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9692640" y="2377440"/>
            <a:ext cx="896112" cy="10972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06840" y="37490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“Freely you have received, freely give.”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9006840" y="5074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10:8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10042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Respect for Family and Elders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10042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Orthodox Tewahedo Church emphasizes honoring: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3876" y="2286000"/>
            <a:ext cx="566928" cy="566928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8" name="Image 0" descr="cross_p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2395728"/>
            <a:ext cx="292608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9992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2807208" y="205740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2444" y="2286000"/>
            <a:ext cx="566928" cy="566928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2" name="Image 1" descr="cross_p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2395728"/>
            <a:ext cx="292608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29992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5065776" y="205740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11012" y="2286000"/>
            <a:ext cx="566928" cy="566928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6" name="Image 2" descr="cross_p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2395728"/>
            <a:ext cx="292608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29992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Priests &amp;</a:t>
            </a:r>
            <a:endParaRPr lang="en-US" sz="15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Spiritual Fathers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324344" y="205740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69580" y="2286000"/>
            <a:ext cx="566928" cy="566928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0" name="Image 3" descr="cross_p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2395728"/>
            <a:ext cx="292608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61504" y="29992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Elders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9582912" y="205740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328148" y="2286000"/>
            <a:ext cx="566928" cy="566928"/>
          </a:xfrm>
          <a:prstGeom prst="ellipse">
            <a:avLst/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4" name="Image 4" descr="cross_pa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5308" y="2395728"/>
            <a:ext cx="292608" cy="35661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20072" y="299923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594360" y="411480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learned in the home becomes reverence offered to God.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594360" y="4709160"/>
            <a:ext cx="11000232" cy="1234440"/>
          </a:xfrm>
          <a:prstGeom prst="roundRect">
            <a:avLst>
              <a:gd name="adj" fmla="val 5926"/>
            </a:avLst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8" name="Image 5" descr="cross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997196"/>
            <a:ext cx="534924" cy="6583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4818888"/>
            <a:ext cx="98572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6E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“Honor your father and your mother.”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Exodus 20:12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713232" cy="713232"/>
          </a:xfrm>
          <a:prstGeom prst="ellipse">
            <a:avLst/>
          </a:prstGeom>
          <a:solidFill>
            <a:srgbClr val="4A141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566928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Them Love Their Orthodox Heritage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9202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7" name="Image 0" descr="cross_p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75104"/>
            <a:ext cx="237744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323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History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392" y="28163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Ethiopian and Eritrean Orthodox Tewahedo Church.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38144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19202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12" name="Image 1" descr="cross_p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975104"/>
            <a:ext cx="237744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4323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Councils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94176" y="28163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three Ecumenical Councils.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81928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37960" y="19202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4A141B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17" name="Image 2" descr="cross_p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975104"/>
            <a:ext cx="237744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4323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81 Books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37960" y="28163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Orthodox biblical canon.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25712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81744" y="192024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C4A32"/>
          </a:solidFill>
          <a:ln w="15240">
            <a:solidFill>
              <a:srgbClr val="C9A227"/>
            </a:solidFill>
            <a:prstDash val="solid"/>
          </a:ln>
        </p:spPr>
      </p:sp>
      <p:pic>
        <p:nvPicPr>
          <p:cNvPr id="22" name="Image 3" descr="cross_p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975104"/>
            <a:ext cx="237744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81744" y="24323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Tradition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81744" y="28163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Mezmur, Ge'ez, and the liturgical calendar.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94360" y="3931920"/>
            <a:ext cx="11000232" cy="1920240"/>
          </a:xfrm>
          <a:prstGeom prst="roundRect">
            <a:avLst>
              <a:gd name="adj" fmla="val 4286"/>
            </a:avLst>
          </a:prstGeom>
          <a:solidFill>
            <a:srgbClr val="4A141B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Saints to know and love</a:t>
            </a:r>
            <a:endParaRPr lang="en-US" sz="1700" dirty="0"/>
          </a:p>
        </p:txBody>
      </p:sp>
      <p:pic>
        <p:nvPicPr>
          <p:cNvPr id="27" name="Image 4" descr="cross_pa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09160"/>
            <a:ext cx="274320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89888" y="4663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Tekle Haymanot</a:t>
            </a:r>
            <a:endParaRPr lang="en-US" sz="1450" dirty="0"/>
          </a:p>
        </p:txBody>
      </p:sp>
      <p:pic>
        <p:nvPicPr>
          <p:cNvPr id="29" name="Image 5" descr="cross_pa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709160"/>
            <a:ext cx="274320" cy="33832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95928" y="4663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Yared</a:t>
            </a:r>
            <a:endParaRPr lang="en-US" sz="1450" dirty="0"/>
          </a:p>
        </p:txBody>
      </p:sp>
      <p:pic>
        <p:nvPicPr>
          <p:cNvPr id="31" name="Image 6" descr="cross_pa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709160"/>
            <a:ext cx="274320" cy="33832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01968" y="4663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St. George</a:t>
            </a:r>
            <a:endParaRPr lang="en-US" sz="1450" dirty="0"/>
          </a:p>
        </p:txBody>
      </p:sp>
      <p:pic>
        <p:nvPicPr>
          <p:cNvPr id="33" name="Image 7" descr="cross_pa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4709160"/>
            <a:ext cx="274320" cy="33832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208008" y="4663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Saints</a:t>
            </a:r>
            <a:endParaRPr lang="en-US" sz="1450" dirty="0"/>
          </a:p>
        </p:txBody>
      </p:sp>
      <p:sp>
        <p:nvSpPr>
          <p:cNvPr id="35" name="Text 25"/>
          <p:cNvSpPr/>
          <p:nvPr/>
        </p:nvSpPr>
        <p:spPr>
          <a:xfrm>
            <a:off x="1005840" y="52578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who knows where the faith came from is far less likely to leave it.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Tips by 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60704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each child where they 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93592" cy="416052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3044952" cy="658368"/>
          </a:xfrm>
          <a:prstGeom prst="roundRect">
            <a:avLst>
              <a:gd name="adj" fmla="val 11111"/>
            </a:avLst>
          </a:prstGeom>
          <a:solidFill>
            <a:srgbClr val="4A141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Ages 3–6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78408" y="2971800"/>
            <a:ext cx="2862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Bible stories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prayers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songs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Coloring icons and Bible scenes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93592" cy="416052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057400"/>
            <a:ext cx="3044952" cy="658368"/>
          </a:xfrm>
          <a:prstGeom prst="roundRect">
            <a:avLst>
              <a:gd name="adj" fmla="val 11111"/>
            </a:avLst>
          </a:prstGeom>
          <a:solidFill>
            <a:srgbClr val="1C4A3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5740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Ages 7–12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73168" y="2971800"/>
            <a:ext cx="2862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Scripture together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Creed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feast days and fasting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serving in church where appropriate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593592" cy="416052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  <a:effectLst>
            <a:outerShdw sx="100000" sy="100000" kx="0" ky="0" algn="bl" rotWithShape="0" blurRad="101600" dist="25400" dir="5400000">
              <a:srgbClr val="6B5A3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057400"/>
            <a:ext cx="3044952" cy="658368"/>
          </a:xfrm>
          <a:prstGeom prst="roundRect">
            <a:avLst>
              <a:gd name="adj" fmla="val 11111"/>
            </a:avLst>
          </a:prstGeom>
          <a:solidFill>
            <a:srgbClr val="5C1A2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05740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Teenagers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67928" y="2971800"/>
            <a:ext cx="28620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their questions openly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regular confession and Communion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faith to school, friendships, and daily decisions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900"/>
              </a:spcAft>
              <a:buSzPct val="100000"/>
              <a:buChar char="◊"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youth ministries and service projects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ss_gold.png">    </p:cNvPr>
          <p:cNvPicPr>
            <a:picLocks noChangeAspect="1"/>
          </p:cNvPicPr>
          <p:nvPr/>
        </p:nvPicPr>
        <p:blipFill>
          <a:blip r:embed="rId2">
            <a:alphaModFix amt="88000"/>
          </a:blip>
          <a:stretch>
            <a:fillRect/>
          </a:stretch>
        </p:blipFill>
        <p:spPr>
          <a:xfrm>
            <a:off x="9646920" y="1371600"/>
            <a:ext cx="1874520" cy="23042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Parents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1600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Orthodox Tewahedo tradition, parents are the first teachers of the faith.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25603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6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consistently praying together, attending church, practicing the commandments, and showing Christ's love in daily life, parents create an environment where children can develop a lasting relationship with God.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39776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15402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645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daily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38144" y="39776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15402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66744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Worship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66744" y="4645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whole family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81928" y="39776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15402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10528" y="4645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commandments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25712" y="397764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15402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54312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354312" y="46451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Christ's love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family, the parish, and the grace of God.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s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6" y="777240"/>
            <a:ext cx="1234440" cy="1517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560320"/>
            <a:ext cx="9445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Lifelong Journey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920240" y="3429000"/>
            <a:ext cx="8348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0" i="1" dirty="0">
                <a:solidFill>
                  <a:srgbClr val="F0E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Church teaches that raising children in the faith is a lifelong journey of love, patience, discipline, and example — supported by the family, the parish, and the grace of God.</a:t>
            </a:r>
            <a:endParaRPr lang="en-US" sz="1800" dirty="0"/>
          </a:p>
        </p:txBody>
      </p:sp>
      <p:pic>
        <p:nvPicPr>
          <p:cNvPr id="5" name="Image 1" descr="band_gold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4023360" y="4800600"/>
            <a:ext cx="4142232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539496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E4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Sibhat le'Egziabher  ·  Glory be to God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Raising Children in the Orthodox Tewahedo Faith</dc:title>
  <dc:subject>PptxGenJS Presentation</dc:subject>
  <dc:creator>Orthodox Tewahedo Family Ministry</dc:creator>
  <cp:lastModifiedBy>Orthodox Tewahedo Family Ministry</cp:lastModifiedBy>
  <cp:revision>1</cp:revision>
  <dcterms:created xsi:type="dcterms:W3CDTF">2026-07-28T21:02:13Z</dcterms:created>
  <dcterms:modified xsi:type="dcterms:W3CDTF">2026-07-28T21:02:13Z</dcterms:modified>
</cp:coreProperties>
</file>